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VirtuJudge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Content for Introduction to VirtuJudge slide with details about the topic.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Content for Market Opportunity slide with details about the topic.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Content for Technical Architecture slide with details about the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